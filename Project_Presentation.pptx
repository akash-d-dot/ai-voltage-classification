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Overvoltage and Undervoltage</a:t>
            </a:r>
          </a:p>
          <a:p>
            <a:r>
              <a:t>Condition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Second-Year EEE Capstone | Simulated 12 V DC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Classify voltage readings into Normal, Overvoltage, and Undervoltage.</a:t>
            </a:r>
          </a:p>
          <a:p>
            <a:pPr>
              <a:defRPr sz="2400"/>
            </a:pPr>
            <a:r>
              <a:t>Use voltage, current, and load as model inputs.</a:t>
            </a:r>
          </a:p>
          <a:p>
            <a:pPr>
              <a:defRPr sz="2400"/>
            </a:pPr>
            <a:r>
              <a:t>Display predicted condition and warnings in a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Generate and label a simulated dataset.</a:t>
            </a:r>
          </a:p>
          <a:p>
            <a:pPr>
              <a:defRPr sz="2400"/>
            </a:pPr>
            <a:r>
              <a:t>Perform preprocessing and exploratory data analysis.</a:t>
            </a:r>
          </a:p>
          <a:p>
            <a:pPr>
              <a:defRPr sz="2400"/>
            </a:pPr>
            <a:r>
              <a:t>Train and evaluate a Random Forest classifier.</a:t>
            </a:r>
          </a:p>
          <a:p>
            <a:pPr>
              <a:defRPr sz="2400"/>
            </a:pPr>
            <a:r>
              <a:t>Build an interactive Streamlit monitoring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Python, Pandas, NumPy</a:t>
            </a:r>
          </a:p>
          <a:p>
            <a:pPr>
              <a:defRPr sz="2400"/>
            </a:pPr>
            <a:r>
              <a:t>Matplotlib for graphs</a:t>
            </a:r>
          </a:p>
          <a:p>
            <a:pPr>
              <a:defRPr sz="2400"/>
            </a:pPr>
            <a:r>
              <a:t>Scikit-learn for model training and metrics</a:t>
            </a:r>
          </a:p>
          <a:p>
            <a:pPr>
              <a:defRPr sz="2400"/>
            </a:pPr>
            <a:r>
              <a:t>Joblib for saving the model</a:t>
            </a:r>
          </a:p>
          <a:p>
            <a:pPr>
              <a:defRPr sz="2400"/>
            </a:pPr>
            <a:r>
              <a:t>Streamlit for the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Voltage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Below 10.8 V: Undervoltage</a:t>
            </a:r>
          </a:p>
          <a:p>
            <a:pPr>
              <a:defRPr sz="2400"/>
            </a:pPr>
            <a:r>
              <a:t>10.8 V to 13.2 V inclusive: Normal</a:t>
            </a:r>
          </a:p>
          <a:p>
            <a:pPr>
              <a:defRPr sz="2400"/>
            </a:pPr>
            <a:r>
              <a:t>Above 13.2 V: Overvoltage</a:t>
            </a:r>
          </a:p>
          <a:p>
            <a:pPr>
              <a:defRPr sz="2400"/>
            </a:pPr>
            <a:r>
              <a:t>These are illustrative project thresholds, not universal safety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3,000 simulated records with timestamps.</a:t>
            </a:r>
          </a:p>
          <a:p>
            <a:pPr>
              <a:defRPr sz="2400"/>
            </a:pPr>
            <a:r>
              <a:t>Features: voltage (V), current (A), load (%).</a:t>
            </a:r>
          </a:p>
          <a:p>
            <a:pPr>
              <a:defRPr sz="2400"/>
            </a:pPr>
            <a:r>
              <a:t>Target: Undervoltage, Normal, Overvoltage.</a:t>
            </a:r>
          </a:p>
          <a:p>
            <a:pPr>
              <a:defRPr sz="2400"/>
            </a:pPr>
            <a:r>
              <a:t>No missing values in the generated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Machine-Learning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Generate data and assign threshold labels.</a:t>
            </a:r>
          </a:p>
          <a:p>
            <a:pPr>
              <a:defRPr sz="2400"/>
            </a:pPr>
            <a:r>
              <a:t>Inspect class counts and voltage distribution.</a:t>
            </a:r>
          </a:p>
          <a:p>
            <a:pPr>
              <a:defRPr sz="2400"/>
            </a:pPr>
            <a:r>
              <a:t>Split records: 80% training and 20% testing.</a:t>
            </a:r>
          </a:p>
          <a:p>
            <a:pPr>
              <a:defRPr sz="2400"/>
            </a:pPr>
            <a:r>
              <a:t>Train Random Forest with 150 trees.</a:t>
            </a:r>
          </a:p>
          <a:p>
            <a:pPr>
              <a:defRPr sz="2400"/>
            </a:pPr>
            <a:r>
              <a:t>Evaluate with accuracy, precision, recall, F1-score, and confusion matrix.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Training records: 2,400; test records: 600.</a:t>
            </a:r>
          </a:p>
          <a:p>
            <a:pPr>
              <a:defRPr sz="2400"/>
            </a:pPr>
            <a:r>
              <a:t>Observed accuracy in the included run: 100%.</a:t>
            </a:r>
          </a:p>
          <a:p>
            <a:pPr>
              <a:defRPr sz="2400"/>
            </a:pPr>
            <a:r>
              <a:t>All class precision, recall, and F1-scores: 1.00.</a:t>
            </a:r>
          </a:p>
          <a:p>
            <a:pPr>
              <a:defRPr sz="2400"/>
            </a:pPr>
            <a:r>
              <a:t>Perfect score is expected because labels are generated from voltage thresholds.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 enters voltage, current, and load.</a:t>
            </a:r>
          </a:p>
          <a:p>
            <a:pPr>
              <a:defRPr sz="2400"/>
            </a:pPr>
            <a:r>
              <a:t>Model predicts one of three conditions.</a:t>
            </a:r>
          </a:p>
          <a:p>
            <a:pPr>
              <a:defRPr sz="2400"/>
            </a:pPr>
            <a:r>
              <a:t>Independent threshold rules show warning status.</a:t>
            </a:r>
          </a:p>
          <a:p>
            <a:pPr>
              <a:defRPr sz="2400"/>
            </a:pPr>
            <a:r>
              <a:t>Class probabilities are displayed when supported.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Dataset is simulated, not real measured data.</a:t>
            </a:r>
          </a:p>
          <a:p>
            <a:pPr>
              <a:defRPr sz="2400"/>
            </a:pPr>
            <a:r>
              <a:t>High accuracy does not prove real-world fault detection.</a:t>
            </a:r>
          </a:p>
          <a:p>
            <a:pPr>
              <a:defRPr sz="2400"/>
            </a:pPr>
            <a:r>
              <a:t>Do not connect student-built circuits directly to mains electricity.</a:t>
            </a:r>
          </a:p>
          <a:p>
            <a:pPr>
              <a:defRPr sz="2400"/>
            </a:pPr>
            <a:r>
              <a:t>Use isolated, current-limited low-voltage demonstrations under supervision.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Demonstrates an end-to-end introductory ML workflow.</a:t>
            </a:r>
          </a:p>
          <a:p>
            <a:pPr>
              <a:defRPr sz="2400"/>
            </a:pPr>
            <a:r>
              <a:t>Future work: real safely collected data, sensor noise, trend features, and independent testing.</a:t>
            </a:r>
          </a:p>
          <a:p>
            <a:pPr>
              <a:defRPr sz="2400"/>
            </a:pPr>
            <a:r>
              <a:t>Not a certified protection device.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Viva: Key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Random Forest: ensemble of decision trees.</a:t>
            </a:r>
          </a:p>
          <a:p>
            <a:pPr>
              <a:defRPr sz="2400"/>
            </a:pPr>
            <a:r>
              <a:t>Precision: correctness of predicted class; recall: coverage of actual class.</a:t>
            </a:r>
          </a:p>
          <a:p>
            <a:pPr>
              <a:defRPr sz="2400"/>
            </a:pPr>
            <a:r>
              <a:t>F1-score: harmonic mean of precision and recall.</a:t>
            </a:r>
          </a:p>
          <a:p>
            <a:pPr>
              <a:defRPr sz="2400"/>
            </a:pPr>
            <a:r>
              <a:t>Confusion matrix: true versus predicted class counts.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